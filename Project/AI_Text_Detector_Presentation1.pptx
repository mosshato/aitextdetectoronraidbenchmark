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0.99839999999999995</c:v>
                </c:pt>
                <c:pt idx="1">
                  <c:v>0.99909999999999999</c:v>
                </c:pt>
                <c:pt idx="2">
                  <c:v>0.99929999999999997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E-47A9-8A16-9D771B94FC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0.96150000000000002</c:v>
                </c:pt>
                <c:pt idx="1">
                  <c:v>0.97050000000000003</c:v>
                </c:pt>
                <c:pt idx="2">
                  <c:v>0.96870000000000001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FE-47A9-8A16-9D771B94FC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0.96150000000000002</c:v>
                </c:pt>
                <c:pt idx="1">
                  <c:v>0.97050000000000003</c:v>
                </c:pt>
                <c:pt idx="2">
                  <c:v>0.96879999999999999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FE-47A9-8A16-9D771B94F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4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E3A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68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284C7">
              <a:alpha val="15000"/>
            </a:srgbClr>
          </a:solidFill>
          <a:ln w="12700">
            <a:solidFill>
              <a:srgbClr val="0284C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Text Detection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RoBERTa on the RAID Benchmark Dataset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92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  |  Faculty of Computer Science  |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807174"/>
            <a:ext cx="2377440" cy="384048"/>
          </a:xfrm>
          <a:prstGeom prst="roundRect">
            <a:avLst>
              <a:gd name="adj" fmla="val 35714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382546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Classification  ·  Transformers</a:t>
            </a:r>
            <a:endParaRPr lang="en-US" sz="1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14FE2635-FFFB-3B87-1173-84A6D950E048}"/>
              </a:ext>
            </a:extLst>
          </p:cNvPr>
          <p:cNvSpPr/>
          <p:nvPr/>
        </p:nvSpPr>
        <p:spPr>
          <a:xfrm>
            <a:off x="2788419" y="2584214"/>
            <a:ext cx="3660604" cy="63313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B</a:t>
            </a:r>
            <a:r>
              <a:rPr lang="ro-RO" dirty="0" err="1"/>
              <a:t>ăbțan</a:t>
            </a:r>
            <a:r>
              <a:rPr lang="ro-RO" dirty="0"/>
              <a:t> Gelu Alexandru</a:t>
            </a:r>
          </a:p>
          <a:p>
            <a:pPr algn="ctr"/>
            <a:r>
              <a:rPr lang="ro-RO" dirty="0"/>
              <a:t>Stănescu Tudor Bogdan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Understanding the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6651"/>
            <a:ext cx="8321040" cy="1170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332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8074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produce text nearly indistinguishable from human writing — eroding authenticity and originality online.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2258568"/>
            <a:ext cx="8321040" cy="1170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it affect?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(AI plagiarism), journalism, hiring, content platforms, and any domain that relies on genuine human authorship.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Understanding the Data — RAID Benchmark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benchmark on GitHub, purpose-built for AI text detection research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generator models: GPT-4, ChatGPT, Cohere, LLaMA, Mistral, MPT, GPT-2, GPT-3…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2768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domains: news, reviews, abstracts, essays, recipes, Reddit posts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3522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adversarial attacks (paraphrase, homoglyph, whitespace) to stress-test robustness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5935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splits (train / val / test) enabling reproducible, comparable results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91440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06440" y="1024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806440" y="1444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91440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0920" y="1024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60920" y="1444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Domains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192024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80644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920240"/>
            <a:ext cx="1463040" cy="9144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6092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36092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/ AI Split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75320" cy="64008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35254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selected: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Non-adversarial split (Human + Machine). Stratified sampling by domain &amp; model ensures balanced representation across generators.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State of the Art &amp; Justification of Chosen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792648"/>
              </p:ext>
            </p:extLst>
          </p:nvPr>
        </p:nvGraphicFramePr>
        <p:xfrm>
          <a:off x="459159" y="941832"/>
          <a:ext cx="827532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+ burstiness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open-source; unreliable on diverse generators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DetectGPT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perturbation scoring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Slow; doesn't scale to large datasets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Classifier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GPT-based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Discontinued — poor real-world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(ours)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fine-tuning on RAID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best perf/cost ratio for binary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566160"/>
            <a:ext cx="3977640" cy="13716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82296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RoBERTa Base?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98678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transformer — ideal for classification. 125M params: lightweight, fast to fine-tune, no generation overhead. 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3543300"/>
            <a:ext cx="3977640" cy="13716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3566160"/>
            <a:ext cx="82296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9204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RAID (non-adversarial)?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398678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benchmark enabling fair comparison. Multi-model, multi-domain diversity → better generalisation. Official test leaderboard for objective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Implementation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0704" y="108813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h_train / m_train from RAID. Stratified sampling by domain &amp; model → 50K human + 50K machine (label: 1 / 0). Balanced 50/50 split.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0704" y="241401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277977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RobertaTokenizer · max_length = 256 · padding + truncation · DataLoader batch_size = 32 (train) / 64 (val).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373989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" y="410565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RobertaForSequenceClassification (roberta-base, 125M params) · Full fine-tuning — all layers updated.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96012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18888" y="109728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18888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108813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45389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Linear warmup scheduler · Mixed-precision AMP (GradScaler) · Gradient clipping max_norm=1.0 · 3 epochs · ~20 min/epoch on Tesla T4.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81728" y="2286000"/>
            <a:ext cx="3977640" cy="11887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18888" y="242316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2414016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277977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per AUROC · Uploaded to HuggingFace Hub: Mosshato/ai-text-detector for reproducibility.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48463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914400"/>
            <a:ext cx="3246120" cy="8686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0" y="1024128"/>
            <a:ext cx="32461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0.9993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0" y="1418234"/>
            <a:ext cx="32461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AUROC  (Epoch 3)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1874520"/>
            <a:ext cx="3246120" cy="8686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984248"/>
            <a:ext cx="32461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97.05%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0" y="2378354"/>
            <a:ext cx="32461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 (Epoch 2)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834640"/>
            <a:ext cx="3246120" cy="86868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0" y="2944368"/>
            <a:ext cx="32461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486400" y="3338474"/>
            <a:ext cx="32461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  (Epoch 2)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069080"/>
            <a:ext cx="8275320" cy="82296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4069080"/>
            <a:ext cx="82296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4133088"/>
            <a:ext cx="7909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Leaderboard Score: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pending — non-adversarial subset submitted to official leaderboard.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Attempts to Improve the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214884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— H vs 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(50K) vs Machine (50K)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non-adversarial split.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domain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1280160" cy="320040"/>
          </a:xfrm>
          <a:prstGeom prst="roundRect">
            <a:avLst>
              <a:gd name="adj" fmla="val 3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5968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implemented improvements: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selection based on validation AUROC (not last epoch)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training (AMP) — faster convergence on constrained GPU (Tesla T4)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(max_norm=1.0) — prevents training instability on long sequences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Potential Future Improvements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Training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complete RAID dataset including adversarial attacks (paraphrase, homoglyph, whitespace) for stronger robustness.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Base Model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roberta-base with roberta-large, DeBERTa-v3-large, or a modern encoder — significant performance gains expected.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72200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82880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decision threshold per domain or per generator model to minimise false-positives in high-stakes contexts.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Cross-Benchmark Evaluation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generalisation on HC3, MAGE, and M4 benchmarks — verifying that the model doesn't overfit to RAID-specific patterns.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37560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Approach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3611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neural detector with statistical features (perplexity, burstiness) in an ensemble for complementary error coverage.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743200"/>
            <a:ext cx="2651760" cy="16276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Extension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36118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multilingual detection using XLM-RoBERTa — most current detectors only cover English text.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726</Words>
  <Application>Microsoft Office PowerPoint</Application>
  <PresentationFormat>Expunere pe ecran (16:9)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Text Detector - RoBERTa fine-tuned on RAID</dc:title>
  <dc:subject>PptxGenJS Presentation</dc:subject>
  <dc:creator>PptxGenJS</dc:creator>
  <cp:lastModifiedBy>Gelu Babtan</cp:lastModifiedBy>
  <cp:revision>2</cp:revision>
  <dcterms:created xsi:type="dcterms:W3CDTF">2026-05-14T17:32:10Z</dcterms:created>
  <dcterms:modified xsi:type="dcterms:W3CDTF">2026-05-15T11:30:07Z</dcterms:modified>
</cp:coreProperties>
</file>